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DeepSeek 发展史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从量化对冲基金到全球 AI 颠覆者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2023 — 2026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—— 每一次模型、每一个里程碑 ——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前传：一个囤积 GPU 的量化对冲基金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2016年2月：梁文锋（Liang Wenfeng）联合创立 High-Flyer 量化对冲基金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梁文锋毕业于浙江大学，自2008年金融危机期间开始交易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High-Flyer 利用机器学习进行量化交易，到2021年已实现全 AI 驱动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2021年：梁文锋开始大量采购 NVIDIA GPU，在芯片禁令前囤积了约 10,000 张 A100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2019-2021年：先后建造「萤火一号」和「萤火二号」计算集群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这批 GPU 储备成为后来 DeepSeek 能在制裁下训练前沿模型的关键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DeepSeek 的诞生 · 2023年7月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2023年4月14日：High-Flyer 宣布成立 AGI 研究实验室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2023年7月17日：实验室独立为 DeepSeek 公司，总部位于杭州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梁文锋担任 CEO，High-Flyer 为唯一投资方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风投机构因看不到短期退出路径而拒绝投资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公司定位：专注研究、开源开放、不急于商业化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这一独特结构深刻影响了 DeepSeek 后来的行为方式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首批模型发布 · 2023年秋冬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2023年11月2日：DeepSeek Coder —— 首个公开模型，聚焦代码补全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2023年11月29日：DeepSeek LLM 系列（7B / 67B）—— 通用稠密语言模型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确立了核心模式：开放权重 + 发布技术报告 + 极具竞争力的价格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两款模型当时未引发全球关注，但已展现出严肃的开源决心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2024：MoE 架构与价格战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2024年1月：发布 DeepSeek-MoE（Base &amp; Chat）—— 首个 MoE 模型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2024年4月：发布 DeepSeek-Math（Base / Instruct / RL）—— 数学专项模型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2024年5月：DeepSeek-V2 发布 —— 引入 MLA（多头潜在注意力）架构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V2 定价极为激进，引发中国 AI 行业价格战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阿里、百度等巨头被迫降价超过 95%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MLA 架构大幅降低训练成本，为 V3 奠定基础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2024年6月：DeepSeek-Coder V2，9月：V2.5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DeepSeek-V3 · 2024年12月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671B 参数的 MoE 模型，每个 token 激活约 37B 参数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训练成本仅约 560 万美元 —— 远低于 GPT-4 的约 1 亿美元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使用约 Llama 3.1 十分之一的计算量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凭借被制裁限制的较旧 GPU 完成训练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此成本数字后来常被记者误归于 R1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在多项基准测试中达到前沿水平，震惊业界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R1 与「斯普特尼克时刻」· 2025年1月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2025年1月20日：DeepSeek-R1 发布，671B 开源推理模型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在推理基准上匹敌 OpenAI o1，但价格仅为其一小部分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DeepSeek 聊天 App 同步上线 iOS / Android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1月27日：超越 ChatGPT 成为美国 App Store 下载量第一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被形容为美国 AI 领域的「斯普特尼克时刻」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NVIDIA 股价单日暴跌，市值蒸发约 6,000 亿美元 —— 美国股市史上最大单日个股跌幅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R1 训练成本约 29.4 万美元（2025年9月披露）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2025 中后期：监管压力与持续迭代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多国/地区对 R1 实施限制：美国多州、澳大利亚、韩国、意大利、台湾等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2025年5月28日：R1-0528 更新版发布（R2 因性能未达标而推迟）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2025年8月：V3.1 发布，引入「DeepThink」开关，单一模型支持思考/非思考模式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2025年9月5日：取消非高峰 API 折扣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2025年9月：V3.1-Terminus 和 V3.2-Exp 相继发布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2025年12月：V3.2 正式发布，成为新一代默认模型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引入 DeepSeek Sparse Attention 高效注意力机制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V4 Preview · 2026年4月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2026年4月24日：DeepSeek V4 Preview 发布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V4-Pro：1.6 万亿总参数，每 token 激活 490 亿参数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V4-Flash：2,840 亿总参数，每 token 激活 130 亿参数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原生支持 100 万 token 上下文窗口（输出最高 38.4 万 token）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MIT 许可证开源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思考模式成为请求参数而非独立模型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2026年7月24日：旧版 ID（deepseek-chat / deepseek-reasoner）将退役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同期：DeepSeek 启动约 3 亿美元融资，估值达 100 亿美元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核心技术突破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MLA（Multi-head Latent Attention）：多头潜在注意力机制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→ 大幅降低推理成本，是 V2/V3/R1/V4 的核心架构创新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→ 源自一位年轻研究员个人兴趣的探索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MoE（Mixture of Experts）：混合专家架构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  → 671B 总参数但每次仅激活 ~37B，兼顾能力与效率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DeepSeek Sparse Attention：稀疏注意力（V3.2 起引入）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Fire-Flyer 计算集群 + 自研 3FS 文件系统 + hfreduce 通信库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FP8 混合精度训练 —— 业内率先大规模应用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完整发布时间线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2023.04 — High-Flyer AGI 实验室成立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2023.07 — DeepSeek 公司注册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2023.11 — DeepSeek Coder → DeepSeek LLM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2024.01 — DeepSeek-MoE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2024.04 — DeepSeek-Math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2024.05 — DeepSeek-V2（触发中国 AI 价格战）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2024.06 — DeepSeek-Coder V2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2024.12 — DeepSeek-V3（$5.6M 训练成本轰动业界）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2025.01 — DeepSeek-R1（「斯普特尼克时刻」）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2025.05 — R1-0528 更新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2025.08 — V3.1（DeepThink 开关）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2025.12 — V3.2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2026.04 — V4 Preview（100万 token 上下文）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影响与遗产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证明开源模型可以在性能上匹敌闭源巨头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以极低训练成本颠覆「AI 必须烧钱」的行业认知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在美国芯片禁令下，用受限硬件达到前沿水平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迫使阿里、百度等国内巨头降价 95%+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引发全球 AI 竞争格局重塑 —— 硅谷的「斯普特尼克时刻」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NVIDIA 单日蒸发 $6,000 亿市值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推动 MoE、MLA 等高效架构成为行业主流方向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让世界看到中国 AI 的另一种道路：开放、高效、低成本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2026-06-28T14:28:21Z</dcterms:created>
  <dcterms:modified xsi:type="dcterms:W3CDTF">2026-06-28T14:28:21Z</dcterms:modified>
</cp:coreProperties>
</file>